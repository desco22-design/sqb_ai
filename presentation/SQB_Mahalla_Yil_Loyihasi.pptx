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6035040"/>
            <a:ext cx="5422392" cy="82296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85216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C:\Users\dilsh\OneDrive\Desktop\SQB AI\SQB Logo Main short 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 LOYIHASI  • 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SQB Mahalla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Mintaqaviy tahlil tizimi va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biznes maslahatchi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46177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intellekt yordamida mintaqalar va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mahallalarni rivojlantirish platformasi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7804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78040" y="1234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Minтақавий таҳлил тизими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1780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Hudud: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7804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Buxoro viloyati  •  G'ijduvon tumani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7804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Buyurtmachi: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78040" y="3566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SQB Bank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O'zsanoatqurilishbank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178040" y="6126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sqb-mahalla.uz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9224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SQB Mahalla  |  Mintaqaviy tahlil tizimi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MUAMMO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Mintaqaviy rivojlanishdagi to'rt asosiy to'siq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kunda hokimiyatlar va tadbirkorlar quyidagi muammolarga duch kelmoqda: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44068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Tarqoq ma'lumotlar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Iqtisodiy ko'rsatkichlar 5+ turli davlat manbalarida (stat.uz, MB, soliq, kadastr, hokimiyat) tarqoq holda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103120"/>
            <a:ext cx="544068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28346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sustligi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29184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Qo'lda hisoblash uzoq vaqt oladi va xato ehtimoli yuqori — qaror qabul qilish kechikadi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544068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77240" y="507492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xaritasining yo'qligi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553212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tadbirkor o'z hududida qaysi biznesni boshlashi kerakligini bilmaydi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343400"/>
            <a:ext cx="544068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92240" y="507492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Moliyaviy yetuk yechim yo'q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92240" y="553212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Tadbirkor o'ziga mos kredit mahsulotini va shartlarini topishda qiynaladi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9224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SQB Mahalla  |  Mintaqaviy tahlil tizimi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YECHIM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platforma — barcha javoblar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1155680" cy="128016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83080"/>
            <a:ext cx="10972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8745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SQB Mahalla — bu rasmiy davlat manbalaridagi ma'lumotlarni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intellekt yordamida yagona tahlil tizimiga jamlovchi platforma.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65760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83280"/>
            <a:ext cx="3657600" cy="109728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033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Mintaqaviy tahlil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2960" y="51663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 va viloyat bo'yicha real vaqtli iqtisodiy ko'rsatkichlar dashboardi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3383280"/>
            <a:ext cx="365760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3383280"/>
            <a:ext cx="3657600" cy="109728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7033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572000" y="4617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biznes maslahatchi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572000" y="51663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Tadbirkorga shaxsiy biznes-g'oyalar va xavf bahosi taqdim etadi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46720" y="3383280"/>
            <a:ext cx="365760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3383280"/>
            <a:ext cx="3657600" cy="109728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7033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8321040" y="4617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integratsiyasi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321040" y="51663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Kreditni avtomatik tanlash va onlayn ariza yuborish imkoniyati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9224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SQB Mahalla  |  Mintaqaviy tahlil tizimi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MODUL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Mintaqaviy tahlil dashboardi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Hokimiyatlar va bank rahbariyati uchun strategik qaror qabul qilish vositasi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bo'limlari (7 ta)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" cy="292608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0604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6060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Tumanning umumiy holati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4864" cy="292608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17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0175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Iqtisodiy faollik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54864" cy="292608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290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4290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Infratuzilma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4864" cy="292608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404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8404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Aholi va bandlik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54864" cy="292608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519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251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tadbirkorligi va bank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54864" cy="292608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66344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6634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Imkoniyatlar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54864" cy="292608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0749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5074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 va reja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2103120"/>
            <a:ext cx="5303520" cy="420624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103120"/>
            <a:ext cx="5303520" cy="45720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INTELLEKT TAHLILI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8368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har bir bo'lim uchun avtomatik: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3154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0372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Ko'rsatkichlar dinamikasini tahlil qiladi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583680" y="3657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037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Tendensiyalarni aniqlaydi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583680" y="4160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0372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Xulosalarni shakllantiradi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583680" y="4663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0372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Strategik tavsiyalarni ishlab chiqadi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583680" y="5166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03720" y="5166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 mintaqalar bilan taqqoslaydi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583680" y="5715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hokim qo'lida — har doim yangilanadigan,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faktlarga asoslangan strategik hisobot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9224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SQB Mahalla  |  Mintaqaviy tahlil tizimi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MODUL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Biznes Maslahatchi — 4 bosqichli tizim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tadbirkor uchun individual biznes-g'oya, risk bahosi va kredit yechimi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31620" y="1828800"/>
            <a:ext cx="731520" cy="7315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1620" y="1901952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Yosh, ta'lim, tajriba,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hudud, oilaviy holat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410712" y="2194560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93692" y="1828800"/>
            <a:ext cx="731520" cy="7315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3692" y="1901952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93592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Moliyaviy so'rov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93592" y="3337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Boshlang'ich kapital,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xarajatlar, garov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62472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272784" y="2194560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55764" y="1828800"/>
            <a:ext cx="731520" cy="7315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55764" y="1901952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55664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tahlil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55664" y="3337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qatlamli baholash: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shaxs, bozor, risk...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24544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134856" y="2194560"/>
            <a:ext cx="26974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17836" y="1828800"/>
            <a:ext cx="731520" cy="731520"/>
          </a:xfrm>
          <a:prstGeom prst="ellipse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17836" y="1901952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317736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317736" y="3337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biznes-g'oya +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 + biznes-reja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15568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074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tadbirkor oladi: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5486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ballik ball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77240" y="5852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baho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35224" y="5486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biznes-g'oya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2935224" y="5852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darajasi bilan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93208" y="5486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 prognozi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093208" y="5852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oylik daromad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51192" y="5486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 shartlari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251192" y="5852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summa, foiz, muddat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409176" y="5486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o'rinlari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409176" y="5852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yaratilish potensiali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9224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SQB Mahalla  |  Mintaqaviy tahlil tizimi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TEXNOLOGIYA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ma'lumotlar + sun'iy intellekt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aniqligi 5 ta davlat manbasiga asoslanadi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manbalar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51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stat.uz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statistika qo'mitasi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5486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4612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91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bank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3291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Moliyaviy ko'rsatkichlar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5486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8620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931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Soliq qo'mitasi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3931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Tadbirkorlik faolligi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5486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52628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572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Kadastr agentligi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4572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 va mulk ma'lumotlari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5486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16636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12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Hokimiyat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26080" y="5212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rejalar va loyihalar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2103120"/>
            <a:ext cx="5303520" cy="411480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imkoniyatlari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29400" y="289864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28803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qatlamli tahlil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03720" y="317296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 • bozor • moliya • biznes-model • risk • biznes-reja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29400" y="35387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03720" y="35204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xulosa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903720" y="381304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dinamikasidan tendensiya va prognoz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29400" y="417880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03720" y="416052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Mintaqaviy taqqoslash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903720" y="445312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Tumanlar va viloyatlar o'rtasida solishtiruv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629400" y="481888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03720" y="48006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skoring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903720" y="509320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/ o'rta / yuqori darajalar bo'yicha tasniflash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629400" y="545896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03720" y="54406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Tavsiya generatsiyasi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903720" y="573328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Strategik qarorlar uchun aniq amaliy tavsiyalar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9224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SQB Mahalla  |  Mintaqaviy tahlil tizimi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QAMROV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foydalanadi va qaysi sohalarni qamraydi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Foydalanuvchilar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548640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94560"/>
            <a:ext cx="91440" cy="114300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691640" y="23774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Hokimiyatlar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91640" y="2834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 va viloyat rahbariyati strategik qarorlar uchun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48640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74720"/>
            <a:ext cx="91440" cy="114300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57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691640" y="3657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SQB Bank xodimlari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9164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 ekspertlari va mintaqaviy bo'limlar uchun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548640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754880"/>
            <a:ext cx="91440" cy="114300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37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691640" y="49377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Tadbirkorlar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91640" y="5394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Mahallaning mavjud va bo'lajak ish boshlovchilari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1691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Qamralgan sohalar (14+)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219456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2194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Oziq-ovqat ishlab chiqarish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52560" y="219456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81160" y="2194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To'qimachilik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0" y="257860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2578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Qurilish materiallari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052560" y="257860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81160" y="25786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Chorvachilik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0" y="2962656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29400" y="29626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Qishloq xo'jaligi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052560" y="2962656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281160" y="29626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Oziq-ovqatni qayta ishlash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00800" y="3346704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29400" y="334670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Mehmonxona xizmatlari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052560" y="3346704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81160" y="334670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Chakana savdo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400800" y="3730752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29400" y="37307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052560" y="3730752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281160" y="37307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texnologiyalari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400800" y="411480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29400" y="4114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Ta'lim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052560" y="411480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281160" y="4114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Go'zallik xizmatlari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00800" y="449884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629400" y="4498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 ishlab chiqarish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052560" y="449884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281160" y="44988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Dorixonalar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92240"/>
            <a:ext cx="11155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SQB Mahalla  |  Mintaqaviy tahlil tizimi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AFZALLIKLAR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bu loyiha — innovatsion?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Bozorda mavjud yechimlardan farqlovchi 6 jihat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03120"/>
            <a:ext cx="594360" cy="59436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5798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va yagona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2880360"/>
            <a:ext cx="548640" cy="4572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175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O'zbekistondagi birinchi mintaqaviy AI tahlil platformasi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10312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103120"/>
            <a:ext cx="594360" cy="59436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215798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7492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manbalari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26280" y="2880360"/>
            <a:ext cx="548640" cy="4572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0175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 rasmiy manbadan integratsiya qilingan ma'lumotlar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0" y="210312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2103120"/>
            <a:ext cx="594360" cy="59436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215798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82396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yechim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75320" y="2880360"/>
            <a:ext cx="548640" cy="4572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30175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Tahlildan kreditgacha bir platformada — ariza yuborish ham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25196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251960"/>
            <a:ext cx="594360" cy="59436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30682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25880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ish o'rinlari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77240" y="5029200"/>
            <a:ext cx="548640" cy="4572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biznes-g'oya uchun yaratiladigan o'rinlar hisoblanadi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97680" y="425196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0" y="4251960"/>
            <a:ext cx="594360" cy="59436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430682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74920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fokus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26280" y="5029200"/>
            <a:ext cx="548640" cy="4572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Hudud xususiyatlarini hisobga oladi — universal emas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46720" y="4251960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0" y="4251960"/>
            <a:ext cx="594360" cy="594360"/>
          </a:xfrm>
          <a:prstGeom prst="rect">
            <a:avLst/>
          </a:prstGeom>
          <a:solidFill>
            <a:srgbClr val="003D7A"/>
          </a:solidFill>
          <a:ln w="12700">
            <a:solidFill>
              <a:srgbClr val="003D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0" y="430682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823960" y="4343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Masshtablanuvchi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75320" y="5029200"/>
            <a:ext cx="548640" cy="4572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75320" y="51663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G'ijduvondan boshlab, butun respublikaga kengaytirilishi mumkin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5E2"/>
          </a:solidFill>
          <a:ln w="12700">
            <a:solidFill>
              <a:srgbClr val="00B5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mage 0" descr="C:\Users\dilsh\OneDrive\Desktop\SQB AI\SQB Logo Main short 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 loyihasi — kelajak bugundan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2221992" cy="1371600"/>
          </a:xfrm>
          <a:prstGeom prst="rect">
            <a:avLst/>
          </a:prstGeom>
          <a:solidFill>
            <a:srgbClr val="00264D"/>
          </a:solidFill>
          <a:ln w="6350">
            <a:solidFill>
              <a:srgbClr val="00B5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78892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40080" y="352044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davlat manbai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62072" y="2651760"/>
            <a:ext cx="2221992" cy="1371600"/>
          </a:xfrm>
          <a:prstGeom prst="rect">
            <a:avLst/>
          </a:prstGeom>
          <a:solidFill>
            <a:srgbClr val="00264D"/>
          </a:solidFill>
          <a:ln w="6350">
            <a:solidFill>
              <a:srgbClr val="00B5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62072" y="278892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2953512" y="352044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iqtisodiy soha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75504" y="2651760"/>
            <a:ext cx="2221992" cy="1371600"/>
          </a:xfrm>
          <a:prstGeom prst="rect">
            <a:avLst/>
          </a:prstGeom>
          <a:solidFill>
            <a:srgbClr val="00264D"/>
          </a:solidFill>
          <a:ln w="6350">
            <a:solidFill>
              <a:srgbClr val="00B5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75504" y="278892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5266944" y="352044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bosqichli AI tizim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88936" y="2651760"/>
            <a:ext cx="2221992" cy="1371600"/>
          </a:xfrm>
          <a:prstGeom prst="rect">
            <a:avLst/>
          </a:prstGeom>
          <a:solidFill>
            <a:srgbClr val="00264D"/>
          </a:solidFill>
          <a:ln w="6350">
            <a:solidFill>
              <a:srgbClr val="00B5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88936" y="278892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7580376" y="352044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ballik baholash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802368" y="2651760"/>
            <a:ext cx="2221992" cy="1371600"/>
          </a:xfrm>
          <a:prstGeom prst="rect">
            <a:avLst/>
          </a:prstGeom>
          <a:solidFill>
            <a:srgbClr val="00264D"/>
          </a:solidFill>
          <a:ln w="6350">
            <a:solidFill>
              <a:srgbClr val="00B5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02368" y="2788920"/>
            <a:ext cx="2221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9893808" y="352044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yagona platforma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4297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"Yil loyihasi"ga munosib?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846320"/>
            <a:ext cx="3657600" cy="1417320"/>
          </a:xfrm>
          <a:prstGeom prst="rect">
            <a:avLst/>
          </a:prstGeom>
          <a:solidFill>
            <a:srgbClr val="00264D"/>
          </a:solidFill>
          <a:ln w="12700">
            <a:solidFill>
              <a:srgbClr val="00264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4846320"/>
            <a:ext cx="36576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4983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ahamiyati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31520" y="53492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hokimiyat va tadbirkorlikni raqamli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transformatsiya qiladi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25112" y="4846320"/>
            <a:ext cx="3657600" cy="1417320"/>
          </a:xfrm>
          <a:prstGeom prst="rect">
            <a:avLst/>
          </a:prstGeom>
          <a:solidFill>
            <a:srgbClr val="00264D"/>
          </a:solidFill>
          <a:ln w="12700">
            <a:solidFill>
              <a:srgbClr val="00264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25112" y="4846320"/>
            <a:ext cx="36576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07992" y="4983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ta'sir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507992" y="53492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ish o'rinlari va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mahalla iqtisodiyoti rivoji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101584" y="4846320"/>
            <a:ext cx="3657600" cy="1417320"/>
          </a:xfrm>
          <a:prstGeom prst="rect">
            <a:avLst/>
          </a:prstGeom>
          <a:solidFill>
            <a:srgbClr val="00264D"/>
          </a:solidFill>
          <a:ln w="12700">
            <a:solidFill>
              <a:srgbClr val="002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101584" y="4846320"/>
            <a:ext cx="36576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84464" y="4983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Texnologik yetuk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8284464" y="53492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intellekt + 5 ta rasmiy manbaning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yagona integratsiyasi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4864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sqb-mahalla.uz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035040" y="64465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 •  Savollar uchun tayyormiz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Ўзсаноатқурилишбанк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SQB Mahalla — Mintaqaviy Tahlil Tizimi</dc:title>
  <dc:subject>Yil loyihasi taqdimoti</dc:subject>
  <dc:creator>SQB Bank</dc:creator>
  <cp:lastModifiedBy>SQB Bank</cp:lastModifiedBy>
  <cp:revision>1</cp:revision>
  <dcterms:created xsi:type="dcterms:W3CDTF">2026-04-30T05:28:48Z</dcterms:created>
  <dcterms:modified xsi:type="dcterms:W3CDTF">2026-04-30T05:28:48Z</dcterms:modified>
</cp:coreProperties>
</file>